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복구율</c:v>
                </c:pt>
              </c:strCache>
            </c:strRef>
          </c:tx>
          <c:spPr>
            <a:solidFill>
              <a:srgbClr val="1C9AA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7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40%</c:v>
                  </c:pt>
                  <c:pt idx="1">
                    <c:v>42%</c:v>
                  </c:pt>
                  <c:pt idx="2">
                    <c:v>44%</c:v>
                  </c:pt>
                  <c:pt idx="3">
                    <c:v>46%</c:v>
                  </c:pt>
                  <c:pt idx="4">
                    <c:v>48%</c:v>
                  </c:pt>
                  <c:pt idx="5">
                    <c:v>50%</c:v>
                  </c:pt>
                  <c:pt idx="6">
                    <c:v>52%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99.8</c:v>
                </c:pt>
                <c:pt idx="2">
                  <c:v>98.2</c:v>
                </c:pt>
                <c:pt idx="3">
                  <c:v>95</c:v>
                </c:pt>
                <c:pt idx="4">
                  <c:v>77.4</c:v>
                </c:pt>
                <c:pt idx="5">
                  <c:v>29</c:v>
                </c:pt>
                <c:pt idx="6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7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B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011680"/>
            <a:ext cx="2834640" cy="283464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2AB7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09660" y="2354580"/>
            <a:ext cx="2148840" cy="214884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1C9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2697480"/>
            <a:ext cx="1463040" cy="146304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2AB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3017520"/>
            <a:ext cx="822960" cy="82296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1C9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82912" y="3227832"/>
            <a:ext cx="402336" cy="40233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B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내부 공유 자료 ·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6E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번역·패러프레이즈에도 지워지지 않는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6E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텍스트 출처(provenance) 워터마킹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6126480" cy="566928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1C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8056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불변식 계약 + 인증형(MAC) 출처 표시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github.com/leemgs/truthprint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67335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16459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제50조 — 생성물(텍스트 포함)을 기계판독 가능·탐지 가능 형식으로 표시할 의무 (2026년 8월 시행)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999232"/>
            <a:ext cx="502920" cy="50292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843784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신뢰·데이터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1635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불명 합성 텍스트로 학습하면 세대를 거치며 모델 품질이 붕괴 (Nature, 2024)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69664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014216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한계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3986784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기반 워터마크는 번역·패러프레이즈로 토큰 선택이 교체되며 신호가 쉽게 사라짐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084064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BEFE1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8406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B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문제: 기계판독은 되지만 쉽게 지워지는 표시는 규제 취지에 미달 — 강건성이 곧 준수 요건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아이디어: 토큰이 아니라 ‘의미’에 새긴다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FDECEC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745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(Locked)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진리조건 불변식 — 절대 변경 불가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· 서술어 · 의미역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부정(negation) · 양화 · 수량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순서 · 양상 · 인과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출처(attribution)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E7F4F0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874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E8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(Realization)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자유도 — 여기에만 워터마크를 실음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능동/수동 등 태(voice)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어순 · 부사구 위치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 포장 · 접속 방식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어휘적 표현 변이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2466B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257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의미를 바꾸지 않는 변형에만 워터마크가 실린다 → 번역·패러프레이즈로 표현이 바뀌어도 신호가 남는다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방식: 인코딩과 탐지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46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불변식 추출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(계약 잠금)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74566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2310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5462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인증 페이로드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m ‖ HMAC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63717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1461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4613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ECC 부호화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(여러 문장 분산)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52867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0611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3763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키드 캐리어로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실현·검증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42018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79762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2914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C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6324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423160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96312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재파싱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I′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74566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12310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5462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h_I′ 재계산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63717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1461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74613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키 역매핑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(불확실→소거)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52867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90611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63763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ECC 복호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742018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79762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2914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MAC 검증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귀속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7091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846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다이제스트 h_I가 페이로드를 결속한다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584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잠긴 의미(예: 부정)를 바꾸면 h_I가 변해 MAC 검증 실패 → 오귀속·위조 차단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표현만 바뀌면 불변식과 살아남은 캐리어로 페이로드를 그대로 복구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번역·패러프레이즈에 견고한가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2466B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2A65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3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A3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A3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(일부 캐리어 소거)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→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I′ 복원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6092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2466B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복호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페이로드 복구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8116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8A6E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검증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귀속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849624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3611880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+ 오류정정(ECC)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페이로드를 여러 문장에 나눠 심어, 번역이 일부 캐리어를 지워도 살아남은 것으로 복구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507992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745736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507992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소거(erasure)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507992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불확실해진 캐리어는 ‘틀린 값’이 아니라 ‘소거’로 처리 → 오류 전파 없이 복원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5404104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" y="5641848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29" name="Text 27"/>
          <p:cNvSpPr/>
          <p:nvPr/>
        </p:nvSpPr>
        <p:spPr>
          <a:xfrm>
            <a:off x="1417320" y="5404104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변조는 자동 차단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5404104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잠긴 불변식이 바뀌면 h_I 변화 → MAC 실패 → 의미를 훼손한 제거는 성공으로 인정되지 않음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형식적 보장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65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2466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64208" y="1965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구성상 의미 보존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2651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워터마킹이 잠긴 의미를 절대 바꾸지 않음 — 유효 실현이 없으면 강제 대신 ‘소거’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965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C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87768" y="1965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 불가능성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74536" y="2651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 위조 = MAC 위조 (HMAC-SHA256의 EUF-CMA 안전성으로 환원)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251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E8A6E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64208" y="4251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상한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0976" y="4937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암호학적 오탐률 ≤ 2⁻ᵗᵃᵘ — τ=32에서 2만 건 중 0건 관측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251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87768" y="4251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절벽 (용량)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74536" y="4937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코드율까지 소거 허용, 그 이상에서 급락 — 최소 신뢰 길이를 예측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 검증: 실제로 재현된다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라이브러리만으로 동작하는 참조 구현 (설치·의존성 최소)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18개 전부 통과 — 곧 재현 하네스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P1–P4 (암호·코딩 코어) / L1–L3 (실제 문장 라운드트립) 검증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수치 조작 없음 — 검증 가능한 것만 실측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소거·복구 절벽 + 베이스라인 4종 대비 실측 재현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소거율 대비 복구율 (rate-1/2 부호)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37960" y="219456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5440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42% 소거까지 완전 복구, 48%→77%·50%→29% 점진 감소 후 급락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방식과의 차이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29384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4586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29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통계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37560" y="1691640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SynthID-Text · KGW · DEW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시 토큰 교체로 신호 소실 — 실측 번역 TPR 0.00–0.02 (붕괴)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044952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4586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449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임베딩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807208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SemStamp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807208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유사도는 지킬 사실을 명시 못함 — 실측 0.99 (생존)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1605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4586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의미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3922776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SWAN (AMR)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922776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구조라 번역 생존(실측 1.00)하나 인증·전용 계약 없음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38344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7F4F0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5276088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C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276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5038344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5038344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지정 불변식 계약 + 인증 — 실측 1.00, 유일하게 위조 불가(MAC)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실용성과 배포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8424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방식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9264" y="2560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인라인(샘플러 수정이 아닌 의미 실현 패스) 또는 비동기(후처리 서비스)로 결합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98424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우아한 성능 저하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92824" y="2560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저용량 구간(코드·인용·수식)은 소거 처리하고, 필요 시 토큰 워터마크로 계층 폴백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13308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965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준수 계층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9264" y="4709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제50조의 ‘기계판독 가능·강건’ 표시를 위한 강건성 계층으로 배치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13308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∞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0965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독립·유한 지연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92824" y="4709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암호·코딩 계층은 LLM 크기와 무관하며 문서 길이에 선형 — 지연 유한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오픈소스로 공개 — 홍익인간(弘益人間)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공개: github.com/leemgs/truthprint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패키지(invariants·payload·coding·carriers·core·linguistic) + 테스트 + CI + 예제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라이선스 · Mermaid 다이어그램 README · CITATION.cff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clone → 설치 → selftest 로 즉시 재현 가능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92240" y="17830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0E2233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201168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0" y="23774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github.com/leemgs/truthprint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27432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truthprint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31089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-e ".[dev]"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347472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truthprint selftest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384048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SELFTEST: PASS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42062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-q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45720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15 passed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7F4F0"/>
          </a:solidFill>
          <a:ln w="12700">
            <a:solidFill>
              <a:srgbClr val="1C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578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연구자들이 재현·검증·확장할 수 있도록 공개 — 널리 인간을 이롭게(弘益人間) 한다는 취지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향후 과제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BF0F0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계층은 폐도메인 Stage-1 데모(2개 캐리어) — 광범위 의미 파서가 핵심 과제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이진 캐리어 — 고차수 캐리어로 확장 가능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undetectability는 목표가 아님(인증형·변형 강건 귀속이 목표)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결과표의 TBD는 실제 다국어 실험으로 채워야 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E9F2F6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2423160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377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광범위 도메인 의미 파서 연동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12280" y="2880360"/>
            <a:ext cx="0" cy="292608"/>
          </a:xfrm>
          <a:prstGeom prst="line">
            <a:avLst/>
          </a:prstGeom>
          <a:noFill/>
          <a:ln w="19050">
            <a:solidFill>
              <a:srgbClr val="1C9A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583680" y="3172968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31272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평가(번역·역번역) 수행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12280" y="3630168"/>
            <a:ext cx="0" cy="292608"/>
          </a:xfrm>
          <a:prstGeom prst="line">
            <a:avLst/>
          </a:prstGeom>
          <a:noFill/>
          <a:ln w="19050">
            <a:solidFill>
              <a:srgbClr val="1C9A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83680" y="3922776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78040" y="387705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공격 벤치마크 구축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12280" y="4379976"/>
            <a:ext cx="0" cy="292608"/>
          </a:xfrm>
          <a:prstGeom prst="line">
            <a:avLst/>
          </a:prstGeom>
          <a:noFill/>
          <a:ln w="19050">
            <a:solidFill>
              <a:srgbClr val="1C9A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583680" y="4672584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46268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파일럿·SynthID 계층 결합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B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한눈에 보기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31136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1168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아니라 ‘의미’에 새기는 출처 워터마크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3127248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907792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 강건 + 위조 불가 + 낮은 오탐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4023360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803904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오픈소스 (github.com/leemgs/truthprint)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919472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700016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시대의 강건한 provenance 계층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2AB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“의미를 지키면서, 출처를 증명한다.”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Truthprint 부서 공유 발표자료</dc:title>
  <dc:subject>PptxGenJS Presentation</dc:subject>
  <dc:creator>Truthprint</dc:creator>
  <cp:lastModifiedBy>Truthprint</cp:lastModifiedBy>
  <cp:revision>1</cp:revision>
  <dcterms:created xsi:type="dcterms:W3CDTF">2026-07-22T22:57:41Z</dcterms:created>
  <dcterms:modified xsi:type="dcterms:W3CDTF">2026-07-22T22:57:41Z</dcterms:modified>
</cp:coreProperties>
</file>